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0" autoAdjust="0"/>
    <p:restoredTop sz="94660"/>
  </p:normalViewPr>
  <p:slideViewPr>
    <p:cSldViewPr snapToGrid="0">
      <p:cViewPr varScale="1">
        <p:scale>
          <a:sx n="99" d="100"/>
          <a:sy n="99" d="100"/>
        </p:scale>
        <p:origin x="30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598D-CA61-C67E-182C-45BFA7FB8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EBA26-2485-9108-6DA4-7A1C814E3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5E1C4-C48C-781C-9861-EDC7B23E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0DBA7-C517-8F07-575E-F3817F3F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6FCC5-8631-35CB-0C2B-F9AD54F9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4592-E6FB-0459-763B-540A08A1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55802-AF43-B199-96C1-FC5D56E97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BEEC3-F2BA-251B-4681-A70F50A8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825CF-6CC4-AC82-BBAD-E61B079C4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FAD6E-F136-FD68-9F29-87ECA162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9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E79-36C4-10D4-C167-66BCF9B51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68740-96E5-65C7-3816-60058D361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803A4-8ADB-0629-F1C8-6603973DD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C2190-4775-0BF9-F0C2-9CC45ED8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16F5-0DBF-703F-BC96-602E0BE0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5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3664-8B8E-AFE7-1D4C-B5C9A72D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418D2-29B6-14B3-8680-F2B7EC25E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D478A-DC9D-3C58-E23D-78115B6FA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3C73E-6FA7-2922-C96E-92DF91E9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A37A4-2F33-3D9F-26EF-0985A829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D55B8-1DC5-CC6C-7B39-FB9BF24C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4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7242-8C42-78D8-0876-8C4483D7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255A8-28F4-458A-C51E-9F70AE2DA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3E730-A7D1-D43A-AA11-F1D0BC73C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2EFDE7-1273-8C11-8AE1-D6CC882DD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E4E63-BAAF-04E9-CFF4-307CD179E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AA1D2-476E-70ED-E229-3B6E30BF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CDB14-509E-B152-2E5A-0AD12F33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FD10B-2896-CE57-8737-C3CA1A2D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95B3-51FD-C7DA-4A26-7DB00AF1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0841A-68D1-A91C-0CB0-492113DE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D2C6F-4313-9299-5D01-62163D2E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6DE1C-578D-A8C9-4FA2-4326FECD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6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973B7-F130-E0CE-903E-338334D86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0BCF85-81E1-6C25-29A1-AE4FE7E1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57465-B37F-0D5A-4B58-89894B13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8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14D7-2988-4301-06D9-FDDBE69E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E8E5-82F3-6513-4B38-E3A63B9DB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3DD55-B160-24B0-6A40-1C2ADC644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6BAA7-921B-CD87-1AAE-284027A2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EE8D8-EB65-EFEF-9D8D-484FDF82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B9336-4621-A126-A928-6134B0F6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9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5292-7FD6-189D-8C1D-EA16DF31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4C9ED2-FB29-DC8C-A85D-4226FA135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4FB91-4026-F67A-15D4-FE44C0614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51876-E2FE-5B3A-9B52-2B454D9C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86AFC-5332-42DB-657D-1A1F556A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202E9-AEBD-FCC2-E82E-748DB248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3165-2040-0EDE-DE07-44505CE8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9E97D-F695-5F55-59D3-26E0D8CF0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EC084-AED3-227F-BB84-577A105C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18FC-F033-E9CC-6085-C41E3435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01A3-6C01-286B-AEDD-EB71E039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7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66954-EA26-4571-EBBF-6ECA93087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34AD6-5C64-E90D-7607-9D66400FB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7F97D-3E25-E988-A339-C77D5D1C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F0148-D256-555B-F30F-27C324BF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04A8-8506-809E-8857-1AE4DFE7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2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8B69C-728A-1BC0-DB03-A40426C2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B3AAE-D786-75C7-772C-6B34E997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8C786-2E97-555B-682C-9D9B2E7A8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8FABC-4398-427E-8C0E-F285F5422F0B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4F055-49FE-08D9-A575-B0B0F8D64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B6F72-BCD4-1ED4-5741-6811E3E5E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A1CEE-50F4-42C2-BB4F-054E9D57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3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62D9175-F008-72CA-E0F1-B58A278A4391}"/>
              </a:ext>
            </a:extLst>
          </p:cNvPr>
          <p:cNvSpPr/>
          <p:nvPr/>
        </p:nvSpPr>
        <p:spPr>
          <a:xfrm>
            <a:off x="223935" y="130629"/>
            <a:ext cx="10207689" cy="630749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53578-9267-215F-EEDE-E38F14030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966"/>
          <a:stretch>
            <a:fillRect/>
          </a:stretch>
        </p:blipFill>
        <p:spPr>
          <a:xfrm>
            <a:off x="291155" y="246267"/>
            <a:ext cx="4937001" cy="1755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1BDB1C-775F-4B60-63FC-A9F1D9A4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55" y="2030359"/>
            <a:ext cx="4915156" cy="28544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246AA4-7BBA-DB1A-FC4B-6891B0FC3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6289"/>
          <a:stretch>
            <a:fillRect/>
          </a:stretch>
        </p:blipFill>
        <p:spPr>
          <a:xfrm>
            <a:off x="291155" y="4913365"/>
            <a:ext cx="2101018" cy="1376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E03334-D8BE-7ED6-E43F-C9C48C05BE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970" r="-1"/>
          <a:stretch>
            <a:fillRect/>
          </a:stretch>
        </p:blipFill>
        <p:spPr>
          <a:xfrm>
            <a:off x="2124075" y="4914355"/>
            <a:ext cx="3104081" cy="13766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68B717-C78D-7A7D-295C-17E7E4BBCF77}"/>
              </a:ext>
            </a:extLst>
          </p:cNvPr>
          <p:cNvSpPr/>
          <p:nvPr/>
        </p:nvSpPr>
        <p:spPr>
          <a:xfrm>
            <a:off x="5400675" y="246267"/>
            <a:ext cx="4937001" cy="17555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CashCow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95E0BE-C89F-DBA5-C41F-52FF0B145735}"/>
              </a:ext>
            </a:extLst>
          </p:cNvPr>
          <p:cNvSpPr/>
          <p:nvPr/>
        </p:nvSpPr>
        <p:spPr>
          <a:xfrm>
            <a:off x="5400674" y="2030359"/>
            <a:ext cx="4937001" cy="26629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Video surveillance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55256C-99EB-2131-BF3A-DED0EA2724B0}"/>
              </a:ext>
            </a:extLst>
          </p:cNvPr>
          <p:cNvSpPr/>
          <p:nvPr/>
        </p:nvSpPr>
        <p:spPr>
          <a:xfrm>
            <a:off x="5400673" y="4721872"/>
            <a:ext cx="4937001" cy="15681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Axela devices</a:t>
            </a:r>
          </a:p>
        </p:txBody>
      </p:sp>
    </p:spTree>
    <p:extLst>
      <p:ext uri="{BB962C8B-B14F-4D97-AF65-F5344CB8AC3E}">
        <p14:creationId xmlns:p14="http://schemas.microsoft.com/office/powerpoint/2010/main" val="324064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F1964-DFE6-D80B-59D4-51228436F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20" y="156336"/>
            <a:ext cx="8537354" cy="63471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BD99E1-27DC-FE79-F9BC-24B809AA3C15}"/>
              </a:ext>
            </a:extLst>
          </p:cNvPr>
          <p:cNvSpPr/>
          <p:nvPr/>
        </p:nvSpPr>
        <p:spPr>
          <a:xfrm>
            <a:off x="1810139" y="3676261"/>
            <a:ext cx="4198775" cy="281784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Trading log</a:t>
            </a:r>
          </a:p>
        </p:txBody>
      </p:sp>
    </p:spTree>
    <p:extLst>
      <p:ext uri="{BB962C8B-B14F-4D97-AF65-F5344CB8AC3E}">
        <p14:creationId xmlns:p14="http://schemas.microsoft.com/office/powerpoint/2010/main" val="385449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0B6EFF-64A8-EC8C-AF57-41C12D303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6019" y="2107358"/>
            <a:ext cx="6887374" cy="3874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FF4F6B-8BA9-AD28-F63D-9BC77CC0D84B}"/>
              </a:ext>
            </a:extLst>
          </p:cNvPr>
          <p:cNvSpPr txBox="1"/>
          <p:nvPr/>
        </p:nvSpPr>
        <p:spPr>
          <a:xfrm>
            <a:off x="1014705" y="2222617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생일 축하합니다</a:t>
            </a:r>
            <a:r>
              <a:rPr lang="en-US" altLang="ko-KR" b="1" dirty="0">
                <a:latin typeface="+mj-ea"/>
                <a:ea typeface="+mj-ea"/>
              </a:rPr>
              <a:t>! </a:t>
            </a:r>
            <a:r>
              <a:rPr lang="ko-KR" altLang="en-US" b="1" dirty="0">
                <a:latin typeface="+mj-ea"/>
                <a:ea typeface="+mj-ea"/>
              </a:rPr>
              <a:t>🎂</a:t>
            </a:r>
          </a:p>
          <a:p>
            <a:endParaRPr lang="ko-KR" altLang="en-US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지난주에 멕시코 </a:t>
            </a:r>
            <a:r>
              <a:rPr lang="en-US" altLang="ko-KR" b="1" dirty="0">
                <a:latin typeface="+mj-ea"/>
                <a:ea typeface="+mj-ea"/>
              </a:rPr>
              <a:t>Oaxaca</a:t>
            </a:r>
            <a:r>
              <a:rPr lang="ko-KR" altLang="en-US" b="1" dirty="0">
                <a:latin typeface="+mj-ea"/>
                <a:ea typeface="+mj-ea"/>
              </a:rPr>
              <a:t>에 갔다가 현지 커피를 맛보는데</a:t>
            </a:r>
            <a:r>
              <a:rPr lang="en-US" altLang="ko-KR" b="1" dirty="0">
                <a:latin typeface="+mj-ea"/>
                <a:ea typeface="+mj-ea"/>
              </a:rPr>
              <a:t>, 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ko-KR" altLang="en-US" b="1" dirty="0" err="1">
                <a:latin typeface="+mj-ea"/>
                <a:ea typeface="+mj-ea"/>
              </a:rPr>
              <a:t>엄대감님</a:t>
            </a:r>
            <a:r>
              <a:rPr lang="ko-KR" altLang="en-US" b="1" dirty="0">
                <a:latin typeface="+mj-ea"/>
                <a:ea typeface="+mj-ea"/>
              </a:rPr>
              <a:t> 생각이 나더라구요</a:t>
            </a:r>
            <a:r>
              <a:rPr lang="en-US" altLang="ko-KR" b="1" dirty="0">
                <a:latin typeface="+mj-ea"/>
                <a:ea typeface="+mj-ea"/>
              </a:rPr>
              <a:t>. </a:t>
            </a:r>
            <a:r>
              <a:rPr lang="ko-KR" altLang="en-US" b="1" dirty="0">
                <a:latin typeface="+mj-ea"/>
                <a:ea typeface="+mj-ea"/>
              </a:rPr>
              <a:t>한 잔 마실 때마다 멀리서 늘 감사해 하는 친구가 있다는 거 꼭 기억해줘요</a:t>
            </a:r>
            <a:r>
              <a:rPr lang="en-US" altLang="ko-KR" b="1" dirty="0">
                <a:latin typeface="+mj-ea"/>
                <a:ea typeface="+mj-ea"/>
              </a:rPr>
              <a:t>~~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올 한 해도 좋은 일만 가득하길</a:t>
            </a:r>
            <a:r>
              <a:rPr lang="en-US" altLang="ko-KR" b="1" dirty="0">
                <a:latin typeface="+mj-ea"/>
                <a:ea typeface="+mj-ea"/>
              </a:rPr>
              <a:t>. </a:t>
            </a:r>
            <a:r>
              <a:rPr lang="ko-KR" altLang="en-US" b="1" dirty="0">
                <a:latin typeface="+mj-ea"/>
                <a:ea typeface="+mj-ea"/>
              </a:rPr>
              <a:t>☕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동철 </a:t>
            </a:r>
            <a:r>
              <a:rPr lang="en-US" altLang="ko-KR" b="1" dirty="0">
                <a:latin typeface="+mj-ea"/>
                <a:ea typeface="+mj-ea"/>
              </a:rPr>
              <a:t>&amp; </a:t>
            </a:r>
            <a:r>
              <a:rPr lang="ko-KR" altLang="en-US" b="1" dirty="0">
                <a:latin typeface="+mj-ea"/>
                <a:ea typeface="+mj-ea"/>
              </a:rPr>
              <a:t>세희</a:t>
            </a:r>
            <a:endParaRPr 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1560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71415-3AEE-DA10-EF64-CF4C1FEA4268}"/>
              </a:ext>
            </a:extLst>
          </p:cNvPr>
          <p:cNvSpPr txBox="1"/>
          <p:nvPr/>
        </p:nvSpPr>
        <p:spPr>
          <a:xfrm>
            <a:off x="1129004" y="1073020"/>
            <a:ext cx="439735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Dongchul</a:t>
            </a:r>
            <a:r>
              <a:rPr lang="ko-KR" altLang="en-US" dirty="0"/>
              <a:t> </a:t>
            </a:r>
            <a:r>
              <a:rPr lang="en-US" altLang="ko-KR" dirty="0"/>
              <a:t>Lee</a:t>
            </a:r>
          </a:p>
          <a:p>
            <a:r>
              <a:rPr lang="en-US" dirty="0"/>
              <a:t>11163 Lewis Hill Dr</a:t>
            </a:r>
          </a:p>
          <a:p>
            <a:r>
              <a:rPr lang="en-US" dirty="0"/>
              <a:t>Agua Dulce, CA, 19390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3600" b="1" dirty="0"/>
              <a:t>Jae Um</a:t>
            </a:r>
          </a:p>
          <a:p>
            <a:r>
              <a:rPr lang="en-US" sz="3600" b="1" dirty="0"/>
              <a:t>6566 Scenic View Dr</a:t>
            </a:r>
          </a:p>
          <a:p>
            <a:r>
              <a:rPr lang="en-US" sz="3600" b="1" dirty="0"/>
              <a:t>Macungie, PA 18062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530BE-2B67-4E22-91F0-70EDD0EDA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077" y="4963077"/>
            <a:ext cx="6716062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75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E281FC-66FD-1590-403F-D2C44F4AD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17" y="412193"/>
            <a:ext cx="8016461" cy="1790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97D282-858B-9349-4DE5-4E8F439AE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478" y="412193"/>
            <a:ext cx="2821325" cy="1790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175FB4-4B5D-979A-7ECB-99DF12D37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17" y="2202194"/>
            <a:ext cx="10821573" cy="382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71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Dongchul Lee</dc:creator>
  <cp:lastModifiedBy>Dongchul Lee</cp:lastModifiedBy>
  <cp:revision>2</cp:revision>
  <cp:lastPrinted>2026-03-21T20:19:10Z</cp:lastPrinted>
  <dcterms:created xsi:type="dcterms:W3CDTF">2026-03-21T16:51:09Z</dcterms:created>
  <dcterms:modified xsi:type="dcterms:W3CDTF">2026-03-23T22:33:57Z</dcterms:modified>
</cp:coreProperties>
</file>